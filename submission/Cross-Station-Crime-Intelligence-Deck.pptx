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Cross-Station Crime Intelligence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propose. Code verifies. A skeptic objects. The officer decides.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 Hackathon 2026  |  Track 1: Solving Fragmented Intelligence  |  Team: Cross-Station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clues are split across stations and systems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records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A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no shared key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precincts</a:t>
            </a:r>
            <a:endParaRPr lang="en-US" sz="1600" dirty="0"/>
          </a:p>
        </p:txBody>
      </p:sp>
      <p:sp>
        <p:nvSpPr>
          <p:cNvPr id="9" name="card Links are implicit"/>
          <p:cNvSpPr/>
          <p:nvPr/>
        </p:nvSpPr>
        <p:spPr>
          <a:xfrm>
            <a:off x="548640" y="3200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29000"/>
            <a:ext cx="201168" cy="201168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are implicit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4048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toolmark in a lab report, a partial plate on CCTV and a witness's van rarely carry a shared ID. Many related records have empty link fields.</a:t>
            </a:r>
            <a:endParaRPr lang="en-US" sz="1400" dirty="0"/>
          </a:p>
        </p:txBody>
      </p:sp>
      <p:sp>
        <p:nvSpPr>
          <p:cNvPr id="13" name="card Evidence conflicts"/>
          <p:cNvSpPr/>
          <p:nvPr/>
        </p:nvSpPr>
        <p:spPr>
          <a:xfrm>
            <a:off x="4297680" y="3200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42900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conflicts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84048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 disagree on clothing and vehicle. CCTV is degraded. Forensic results can be inconclusive or exclude a suspect.</a:t>
            </a:r>
            <a:endParaRPr lang="en-US" sz="1400" dirty="0"/>
          </a:p>
        </p:txBody>
      </p:sp>
      <p:sp>
        <p:nvSpPr>
          <p:cNvPr id="17" name="card False links cost trust"/>
          <p:cNvSpPr/>
          <p:nvPr/>
        </p:nvSpPr>
        <p:spPr>
          <a:xfrm>
            <a:off x="8046720" y="320040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429000"/>
            <a:ext cx="201168" cy="201168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links cost trust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84048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 but wrong link wastes investigator time. Decoys sit in the same precinct as real series.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Cross-Station Crime Intelligence  |  Open Agent Hackathon 2026, Track 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bounded loop that tries to break its own links</a:t>
            </a:r>
            <a:endParaRPr lang="en-US" sz="3600" dirty="0"/>
          </a:p>
        </p:txBody>
      </p:sp>
      <p:sp>
        <p:nvSpPr>
          <p:cNvPr id="3" name="step Planner"/>
          <p:cNvSpPr/>
          <p:nvPr/>
        </p:nvSpPr>
        <p:spPr>
          <a:xfrm>
            <a:off x="54864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Lightning 30B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retrieval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12848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tep Zetaris SQL"/>
          <p:cNvSpPr/>
          <p:nvPr/>
        </p:nvSpPr>
        <p:spPr>
          <a:xfrm>
            <a:off x="242316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Zetaris SQL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 a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tep Finder"/>
          <p:cNvSpPr/>
          <p:nvPr/>
        </p:nvSpPr>
        <p:spPr>
          <a:xfrm>
            <a:off x="429768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30B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links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61888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tep Verifier"/>
          <p:cNvSpPr/>
          <p:nvPr/>
        </p:nvSpPr>
        <p:spPr>
          <a:xfrm>
            <a:off x="617220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IDs, quotes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36408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tep Skeptic"/>
          <p:cNvSpPr/>
          <p:nvPr/>
        </p:nvSpPr>
        <p:spPr>
          <a:xfrm>
            <a:off x="804672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Ultra 550B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links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2103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tep Reporter"/>
          <p:cNvSpPr/>
          <p:nvPr/>
        </p:nvSpPr>
        <p:spPr>
          <a:xfrm>
            <a:off x="9921240" y="1554480"/>
            <a:ext cx="1691640" cy="1737360"/>
          </a:xfrm>
          <a:prstGeom prst="roundRect">
            <a:avLst>
              <a:gd name="adj" fmla="val 6486"/>
            </a:avLst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12680" y="1645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21488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state only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re-checked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or verifier asks for more evidence: loop back to the Planner (default 3 iterations, 24 model calls, 900 s).</a:t>
            </a:r>
            <a:endParaRPr lang="en-US" sz="1600" dirty="0"/>
          </a:p>
        </p:txBody>
      </p:sp>
      <p:sp>
        <p:nvSpPr>
          <p:cNvPr id="27" name="card SUPPORTED / WEAK / UNSUPPORTED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343400"/>
            <a:ext cx="201168" cy="201168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728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/ WEAK / UNSUPPORTED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7548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carries a verifier status and cited record IDs.</a:t>
            </a:r>
            <a:endParaRPr lang="en-US" sz="1400" dirty="0"/>
          </a:p>
        </p:txBody>
      </p:sp>
      <p:sp>
        <p:nvSpPr>
          <p:cNvPr id="31" name="card Skeptic is blind to the score"/>
          <p:cNvSpPr/>
          <p:nvPr/>
        </p:nvSpPr>
        <p:spPr>
          <a:xfrm>
            <a:off x="429768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4343400"/>
            <a:ext cx="201168" cy="201168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is blind to the score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47548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simply agree with the Finder, and it can request retrieval.</a:t>
            </a:r>
            <a:endParaRPr lang="en-US" sz="1400" dirty="0"/>
          </a:p>
        </p:txBody>
      </p:sp>
      <p:sp>
        <p:nvSpPr>
          <p:cNvPr id="35" name="card Run state on disk"/>
          <p:cNvSpPr/>
          <p:nvPr/>
        </p:nvSpPr>
        <p:spPr>
          <a:xfrm>
            <a:off x="804672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434340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9536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on disk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7548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plus Markovian checkpoints let a run resume after an outage.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Cross-Station Crime Intelligence  |  Open Agent Hackathon 2026, Track 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sponsor technology is load-bearing</a:t>
            </a:r>
            <a:endParaRPr lang="en-US" sz="3600" dirty="0"/>
          </a:p>
        </p:txBody>
      </p:sp>
      <p:sp>
        <p:nvSpPr>
          <p:cNvPr id="3" name="sponsor Zetaris NDP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Zetaris NDP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Federates 5 sources in place. Code runs bounded read-only SQL per station and per evidence source.</a:t>
            </a:r>
            <a:endParaRPr lang="en-US" sz="1600" dirty="0"/>
          </a:p>
        </p:txBody>
      </p:sp>
      <p:sp>
        <p:nvSpPr>
          <p:cNvPr id="6" name="sponsor Meterless engines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Meterless engines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94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Model: shared state. H-MEM: vetted context. Scout Intent: request screening. Markovian: bounded, resumable runs. Real engines, real tests.</a:t>
            </a:r>
            <a:endParaRPr lang="en-US" sz="1600" dirty="0"/>
          </a:p>
        </p:txBody>
      </p:sp>
      <p:sp>
        <p:nvSpPr>
          <p:cNvPr id="9" name="sponsor Nightshift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Nightshift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gateway for every model call, with receipts, latency, tokens and fallback logged.</a:t>
            </a:r>
            <a:endParaRPr lang="en-US" sz="1600" dirty="0"/>
          </a:p>
        </p:txBody>
      </p:sp>
      <p:sp>
        <p:nvSpPr>
          <p:cNvPr id="12" name="sponsor NVIDIA Nemotron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30B for volume work, Ultra 550B for the Skeptic. Embedding and rerank were not available, so not used.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and per-engine tests: SPONSOR_TECH.md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different about this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630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is not a 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re-verifies every ID, quote and shared attribute, and refuses to count duplicate reports as independent proof.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51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are first-class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108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exclusions and witness conflicts reach the report even if the Reporter leaves them 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8404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fallbacks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297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 returns 502/503 rather than showing sample data. Sample mode is labelled.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731520" cy="731520"/>
          </a:xfrm>
          <a:prstGeom prst="ellipse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Incident-level only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4864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 scoring, no guilt verdict. Scores are labelled uncalibrated.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Cross-Station Crime Intelligence  |  Open Agent Hackathon 2026, Track 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and what we verified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 (7 live tests skipped)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A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Meterless engines run for real in tests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377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ground-truth scenarios, 2 are decoys</a:t>
            </a:r>
            <a:endParaRPr lang="en-US" sz="1600" dirty="0"/>
          </a:p>
        </p:txBody>
      </p:sp>
      <p:sp>
        <p:nvSpPr>
          <p:cNvPr id="9" name="card Product"/>
          <p:cNvSpPr/>
          <p:nvPr/>
        </p:nvSpPr>
        <p:spPr>
          <a:xfrm>
            <a:off x="548640" y="3291840"/>
            <a:ext cx="548640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201168" cy="201168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429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31920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with four roles, investigation workbench with per-iteration trace, station correlation map, incident and source browsers, anonymous tip portal with EXIF/GPS stripping.</a:t>
            </a:r>
            <a:endParaRPr lang="en-US" sz="1400" dirty="0"/>
          </a:p>
        </p:txBody>
      </p:sp>
      <p:sp>
        <p:nvSpPr>
          <p:cNvPr id="13" name="card Evaluation, stated plainly"/>
          <p:cNvSpPr/>
          <p:nvPr/>
        </p:nvSpPr>
        <p:spPr>
          <a:xfrm>
            <a:off x="6217920" y="329184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352044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429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stated plainly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9319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scripts/evaluate_agents.py scores the live system and a baseline against the ground truth: 7 cases, one run each, not statistically meaningful. Run it to get current numbers.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Cross-Station Crime Intelligence  |  Open Agent Hackathon 2026, Track 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and honest limits</a:t>
            </a:r>
            <a:endParaRPr lang="en-US" sz="3600" dirty="0"/>
          </a:p>
        </p:txBody>
      </p:sp>
      <p:sp>
        <p:nvSpPr>
          <p:cNvPr id="3" name="card Safeguards"/>
          <p:cNvSpPr/>
          <p:nvPr/>
        </p:nvSpPr>
        <p:spPr>
          <a:xfrm>
            <a:off x="548640" y="1463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201168" cy="201168"/>
          </a:xfrm>
          <a:prstGeom prst="ellipse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verifies every lead. Synthetic data only. Citations checked by code. Run budgets always terminate. Ground truth never loaded by the app. Citizen tips stripped of GPS in-browser and screened for prompt injection.</a:t>
            </a:r>
            <a:endParaRPr lang="en-US" sz="1400" dirty="0"/>
          </a:p>
        </p:txBody>
      </p:sp>
      <p:sp>
        <p:nvSpPr>
          <p:cNvPr id="7" name="card Limits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691640"/>
            <a:ext cx="201168" cy="201168"/>
          </a:xfrm>
          <a:prstGeom prst="ellipse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6002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rerank not enabled. Live run takes about 3 to 6 minutes. Model output varies run to run. Verifier covers known data patterns only.</a:t>
            </a:r>
            <a:endParaRPr lang="en-US" sz="1400" dirty="0"/>
          </a:p>
        </p:txBody>
      </p:sp>
      <p:sp>
        <p:nvSpPr>
          <p:cNvPr id="11" name="card Demo login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160520"/>
            <a:ext cx="201168" cy="20116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069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picker with no password, for judging only. It is not production authentication.</a:t>
            </a:r>
            <a:endParaRPr lang="en-US" sz="1400" dirty="0"/>
          </a:p>
        </p:txBody>
      </p:sp>
      <p:sp>
        <p:nvSpPr>
          <p:cNvPr id="15" name="card AI usage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160520"/>
            <a:ext cx="201168" cy="201168"/>
          </a:xfrm>
          <a:prstGeom prst="ellipse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069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via Nightshift inside the product. Claude Code helped write the code.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Cross-Station Crime Intelligence  |  Open Agent Hackathon 2026, Track 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8000:8000 -e SAMPLE_MODE=true oah-submission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CLI: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--input input_examples/example_1.json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logins: choose Crime Analyst on the login page for all tabs. No password.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&lt;GitHub URL&gt;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Pre-existing: open-source libraries, Zetaris, Meterless engines, Nemotron models. Everything else written for this hackathon.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Cross-Station Crime Intelligence</dc:title>
  <dc:subject>PptxGenJS Presentation</dc:subject>
  <dc:creator>PptxGenJS</dc:creator>
  <cp:lastModifiedBy>PptxGenJS</cp:lastModifiedBy>
  <cp:revision>1</cp:revision>
  <dcterms:created xsi:type="dcterms:W3CDTF">2026-10-27T12:27:45Z</dcterms:created>
  <dcterms:modified xsi:type="dcterms:W3CDTF">2026-10-27T12:27:45Z</dcterms:modified>
</cp:coreProperties>
</file>